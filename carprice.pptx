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8.jpg" ContentType="image/png"/>
  <Override PartName="/ppt/media/image9.jpg" ContentType="image/png"/>
  <Override PartName="/ppt/media/image11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9CD7-9EAC-4F5B-9944-6C9E05583BC3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08DAC-ACC4-475A-9C6C-A5075A207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702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9CD7-9EAC-4F5B-9944-6C9E05583BC3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08DAC-ACC4-475A-9C6C-A5075A207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224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9CD7-9EAC-4F5B-9944-6C9E05583BC3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08DAC-ACC4-475A-9C6C-A5075A207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29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9CD7-9EAC-4F5B-9944-6C9E05583BC3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08DAC-ACC4-475A-9C6C-A5075A207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332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9CD7-9EAC-4F5B-9944-6C9E05583BC3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08DAC-ACC4-475A-9C6C-A5075A207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70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9CD7-9EAC-4F5B-9944-6C9E05583BC3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08DAC-ACC4-475A-9C6C-A5075A207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09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9CD7-9EAC-4F5B-9944-6C9E05583BC3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08DAC-ACC4-475A-9C6C-A5075A207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20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9CD7-9EAC-4F5B-9944-6C9E05583BC3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08DAC-ACC4-475A-9C6C-A5075A207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387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9CD7-9EAC-4F5B-9944-6C9E05583BC3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08DAC-ACC4-475A-9C6C-A5075A207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08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9CD7-9EAC-4F5B-9944-6C9E05583BC3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08DAC-ACC4-475A-9C6C-A5075A207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238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9CD7-9EAC-4F5B-9944-6C9E05583BC3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08DAC-ACC4-475A-9C6C-A5075A207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327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9CD7-9EAC-4F5B-9944-6C9E05583BC3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08DAC-ACC4-475A-9C6C-A5075A20723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73097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9CD7-9EAC-4F5B-9944-6C9E05583BC3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08DAC-ACC4-475A-9C6C-A5075A207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300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9CD7-9EAC-4F5B-9944-6C9E05583BC3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08DAC-ACC4-475A-9C6C-A5075A207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8926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9CD7-9EAC-4F5B-9944-6C9E05583BC3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08DAC-ACC4-475A-9C6C-A5075A207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302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9CD7-9EAC-4F5B-9944-6C9E05583BC3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08DAC-ACC4-475A-9C6C-A5075A207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02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9CD7-9EAC-4F5B-9944-6C9E05583BC3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08DAC-ACC4-475A-9C6C-A5075A207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522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CCB9CD7-9EAC-4F5B-9944-6C9E05583BC3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08DAC-ACC4-475A-9C6C-A5075A207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7256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ijarsct.co.in/Paper29814.pdf" TargetMode="External"/><Relationship Id="rId3" Type="http://schemas.openxmlformats.org/officeDocument/2006/relationships/hyperlink" Target="https://www.slideshare.net/slideshow/car-price-prediction-using-machine-learning-pptx/272569937" TargetMode="External"/><Relationship Id="rId7" Type="http://schemas.openxmlformats.org/officeDocument/2006/relationships/hyperlink" Target="https://www.researchgate.net/publication/358449529_Price_Prediction_of_Used_Cars_Using_Machine_Learning" TargetMode="External"/><Relationship Id="rId2" Type="http://schemas.openxmlformats.org/officeDocument/2006/relationships/hyperlink" Target="https://www.scribd.com/presentation/942693972/PPT-ML-ppt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publication/331994496_Car_price_prediction_using_machine_learning_techniques" TargetMode="External"/><Relationship Id="rId5" Type="http://schemas.openxmlformats.org/officeDocument/2006/relationships/hyperlink" Target="https://link.springer.com/chapter/10.1007/978-3-031-89537-1_16" TargetMode="External"/><Relationship Id="rId4" Type="http://schemas.openxmlformats.org/officeDocument/2006/relationships/hyperlink" Target="https://ieeexplore.ieee.org/document/1054412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F89948-08D9-BFA4-2891-FAE8C80AD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88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943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10BD5E-AB95-9D12-5230-A9AB078C7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88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013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B494F1-2BBB-299F-778A-8696D5A8F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605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138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891B96-E326-4DE1-1DFC-629F0476A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605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33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EC9319-A008-D413-D096-8AE187491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842" y="1123527"/>
            <a:ext cx="8186311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79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3B406F-6C84-E2A4-EA0D-CBBB3181B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605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853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6A0CF5-58BB-A8A5-7D9F-FEED0F7E0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" r="3"/>
          <a:stretch>
            <a:fillRect/>
          </a:stretch>
        </p:blipFill>
        <p:spPr>
          <a:xfrm>
            <a:off x="1155547" y="637762"/>
            <a:ext cx="9889808" cy="557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68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73862C-B65C-1A1A-0F74-9DCDBD900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736F0-4DE0-F4BB-4CBC-4BA2BB1EE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r>
              <a:rPr lang="en-IN" dirty="0"/>
              <a:t>The conclusion for a car price prediction presentation highlights that machine learning models—specifically </a:t>
            </a:r>
            <a:r>
              <a:rPr lang="en-IN" dirty="0">
                <a:hlinkClick r:id="rId2"/>
              </a:rPr>
              <a:t>Random Forest</a:t>
            </a:r>
            <a:r>
              <a:rPr lang="en-IN" dirty="0"/>
              <a:t> and </a:t>
            </a:r>
            <a:r>
              <a:rPr lang="en-IN" dirty="0" err="1">
                <a:hlinkClick r:id="rId3"/>
              </a:rPr>
              <a:t>XGBoost</a:t>
            </a:r>
            <a:r>
              <a:rPr lang="en-IN" dirty="0"/>
              <a:t>—provide highly accurate vehicle valuations. These systems empower buyers and sellers to make informed decisions by </a:t>
            </a:r>
            <a:r>
              <a:rPr lang="en-IN" dirty="0" err="1"/>
              <a:t>analyzing</a:t>
            </a:r>
            <a:r>
              <a:rPr lang="en-IN" dirty="0"/>
              <a:t> key features like mileage, year, and condition </a:t>
            </a:r>
            <a:r>
              <a:rPr lang="en-IN" dirty="0">
                <a:hlinkClick r:id="rId4"/>
              </a:rPr>
              <a:t>car price prediction</a:t>
            </a:r>
            <a:r>
              <a:rPr lang="en-IN" dirty="0"/>
              <a:t>. [</a:t>
            </a:r>
            <a:r>
              <a:rPr lang="en-IN" dirty="0">
                <a:hlinkClick r:id="rId5"/>
              </a:rPr>
              <a:t>1</a:t>
            </a:r>
            <a:r>
              <a:rPr lang="en-IN" dirty="0"/>
              <a:t>, </a:t>
            </a:r>
            <a:r>
              <a:rPr lang="en-IN" dirty="0">
                <a:hlinkClick r:id="rId6"/>
              </a:rPr>
              <a:t>2</a:t>
            </a:r>
            <a:r>
              <a:rPr lang="en-IN" dirty="0"/>
              <a:t>, </a:t>
            </a:r>
            <a:r>
              <a:rPr lang="en-IN" dirty="0">
                <a:hlinkClick r:id="rId7"/>
              </a:rPr>
              <a:t>3</a:t>
            </a:r>
            <a:r>
              <a:rPr lang="en-IN" dirty="0"/>
              <a:t>, </a:t>
            </a:r>
            <a:r>
              <a:rPr lang="en-IN" dirty="0">
                <a:hlinkClick r:id="rId2"/>
              </a:rPr>
              <a:t>4</a:t>
            </a:r>
            <a:r>
              <a:rPr lang="en-IN" dirty="0"/>
              <a:t>, </a:t>
            </a:r>
            <a:r>
              <a:rPr lang="en-IN" dirty="0">
                <a:hlinkClick r:id="rId8"/>
              </a:rPr>
              <a:t>5</a:t>
            </a:r>
            <a:r>
              <a:rPr lang="en-IN" dirty="0"/>
              <a:t>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03533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</TotalTime>
  <Words>64</Words>
  <Application>Microsoft Office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seekaya Rakshitha</dc:creator>
  <cp:lastModifiedBy>seekaya Rakshitha</cp:lastModifiedBy>
  <cp:revision>1</cp:revision>
  <dcterms:created xsi:type="dcterms:W3CDTF">2026-07-07T16:33:31Z</dcterms:created>
  <dcterms:modified xsi:type="dcterms:W3CDTF">2026-07-07T16:44:40Z</dcterms:modified>
</cp:coreProperties>
</file>